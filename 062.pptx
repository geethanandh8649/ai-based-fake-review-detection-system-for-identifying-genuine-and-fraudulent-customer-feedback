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BC1A5-B49E-46A0-9AC0-1186DF91CFD3}" v="8" dt="2026-10-01T08:32:52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0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519833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Intelligent Traffic Signal Control System Using IoT Sensors for Dynamic Vehicle Density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76021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smart, adaptive approach to urban traffic management through real-time IoT sensing and dynamic signal control.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4341A-A0D2-783F-B97C-6E4A55E9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122" y="6279587"/>
            <a:ext cx="1247330" cy="523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F3CEA-6578-4064-56BB-08F88CEF7431}"/>
              </a:ext>
            </a:extLst>
          </p:cNvPr>
          <p:cNvSpPr txBox="1"/>
          <p:nvPr/>
        </p:nvSpPr>
        <p:spPr>
          <a:xfrm>
            <a:off x="9509312" y="6155174"/>
            <a:ext cx="300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GUMMADI GEETHANANDH</a:t>
            </a:r>
            <a:br>
              <a:rPr lang="en-IN"/>
            </a:br>
            <a:r>
              <a:rPr lang="en-IN"/>
              <a:t>323129520062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684808"/>
            <a:ext cx="6355993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1908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Urban Traffic Challenge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1908" y="1979414"/>
            <a:ext cx="2981846" cy="1215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congestion at road intersections is a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major challenge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urban areas worldwide, causing cascading effects across transportation networks.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908" y="3324225"/>
            <a:ext cx="2981846" cy="1559322"/>
          </a:xfrm>
          <a:prstGeom prst="rect">
            <a:avLst/>
          </a:prstGeom>
          <a:noFill/>
          <a:ln/>
        </p:spPr>
        <p:txBody>
          <a:bodyPr wrap="square" lIns="0" tIns="6432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Congestion increases travel time and causes unnecessary delays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Excessive traffic contributes to increased fuel consumption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Vehicle congestion increases environmental pollution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405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Root Cause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12405" y="1979414"/>
            <a:ext cx="2981846" cy="145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Conventional traffic signals operate using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fixed timing schedules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that cannot adapt to changing traffic conditions — creating a fundamental mismatch between signal behavior and real-world demand.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2405" y="3599557"/>
            <a:ext cx="2981846" cy="1310878"/>
          </a:xfrm>
          <a:prstGeom prst="roundRect">
            <a:avLst>
              <a:gd name="adj" fmla="val 5152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35" y="3820021"/>
            <a:ext cx="200913" cy="160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4779" y="3768626"/>
            <a:ext cx="2298742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Fixed-time signals are unable to respond to real-time vehicle density, making them inefficient by design.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12405" y="5071467"/>
            <a:ext cx="2981846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a clear need for an intelligent system that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dynamically controls signal timing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based on real-time vehicle density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696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92464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powered by IoT sensors that continuously monitors and adapts to real-world traffic conditions.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705596"/>
            <a:ext cx="53736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892425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Monitoring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29753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sensors continuously monitor vehicle density at road intersections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705596"/>
            <a:ext cx="53737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892425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Adjustment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297535"/>
            <a:ext cx="50001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signal timings are automatically adjusted according to current traffic conditions.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242693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42952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Intelligence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834632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traffic information is used to improve vehicle movement and reduce delays.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242693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42952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834632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secure, user-friendly interface enables traffic authorities to monitor and manage intersections efficiently.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7D92C4-E14E-EF58-59F4-DE6BDA73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116" y="6375688"/>
            <a:ext cx="1149339" cy="482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3067546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Mission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9173" y="3276203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bridge the gap between static signal infrastructure and the dynamic nature of urban traffic — delivering measurable improvements across efficiency, environment, and authority oversight.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19173" y="3556992"/>
            <a:ext cx="5346963" cy="658416"/>
          </a:xfrm>
          <a:prstGeom prst="rect">
            <a:avLst/>
          </a:prstGeom>
          <a:noFill/>
          <a:ln/>
        </p:spPr>
        <p:txBody>
          <a:bodyPr wrap="square" lIns="0" tIns="38366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density detection and monitoring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signal duration adjustment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congestion and travel delays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fuel efficiency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Sustainable transportation management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DB030-14EC-C26A-5101-109C854AC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008" y="6199584"/>
            <a:ext cx="1568992" cy="65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29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77926"/>
            <a:ext cx="361048" cy="361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8574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Ultrasonic Detection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18574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vehicles and estimate traffic density at each lane of an intersection.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1977926"/>
            <a:ext cx="361048" cy="361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5322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Camera-Based Sensors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795322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Alternative detection method for vehicle identification and density estimation.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83955"/>
            <a:ext cx="361048" cy="361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8574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18574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traffic information from sensors to the processing and cloud layer.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656" y="3383955"/>
            <a:ext cx="361048" cy="361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95322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795322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 data management and monitoring for all connected intersections.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789984"/>
            <a:ext cx="361048" cy="361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8574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Traffic Signal Controllers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18574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Adjust signal durations dynamically based on processed analytics output.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789984"/>
            <a:ext cx="361048" cy="3610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5322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Dashboard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795322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traffic information, signal status, and system alerts in real time.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BC0A2A-1D74-37BB-E4B3-FFD0BECA5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9441" y="6230398"/>
            <a:ext cx="1432559" cy="60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seamless 10-step pipeline from sensor installation to authority oversight — fully automated and continuously active.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Transmission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Vehicle Detection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Installed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the pipeline operates in a continuous feedback loop — ensuring the system remains responsive to changing traffic conditions at all times.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60E54C-2BFD-21DA-812A-510485190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120" y="6303717"/>
            <a:ext cx="1182970" cy="49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19224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Traffic Signal Control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4839"/>
            <a:ext cx="5815165" cy="32952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59009" y="1466155"/>
            <a:ext cx="4935017" cy="4772620"/>
          </a:xfrm>
          <a:prstGeom prst="roundRect">
            <a:avLst>
              <a:gd name="adj" fmla="val 2681"/>
            </a:avLst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6936705" y="1641078"/>
            <a:ext cx="457962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Dynamic Control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36705" y="2108299"/>
            <a:ext cx="4579624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density directly influences traffic signal timing — replacing rigid fixed schedules with intelligent, condition-responsive control.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36705" y="3111897"/>
            <a:ext cx="4579624" cy="3065661"/>
          </a:xfrm>
          <a:prstGeom prst="rect">
            <a:avLst/>
          </a:prstGeom>
          <a:noFill/>
          <a:ln/>
        </p:spPr>
        <p:txBody>
          <a:bodyPr wrap="square" lIns="0" tIns="71090" rIns="0" bIns="0" rtlCol="0" anchor="t">
            <a:normAutofit/>
          </a:bodyPr>
          <a:lstStyle/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vehicle density receives longer signal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Lower-density lanes receive appropriately shorter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control prevents inefficient fixed-time operation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enables response to changing conditions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Goal: optimize vehicle movement and improve intersection flow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70798-2273-AA43-695B-D5541620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598" y="6326119"/>
            <a:ext cx="1267462" cy="531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2429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Dashboard and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908" y="1456531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centralized dashboard provides traffic authorities with a comprehensive, real-time view of all intersection activity and system health.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97993"/>
            <a:ext cx="3529718" cy="1603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97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Live Vehicle Density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197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count at each intersection lane, updated continuously from sensor feeds.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2197993"/>
            <a:ext cx="3529718" cy="1603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105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Signal Status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60105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 signal phases and timing displayed for all monitored intersections.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069" y="2197993"/>
            <a:ext cx="3529718" cy="1603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013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Congestion Levels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013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intensity classification enabling rapid identification of problem areas.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970734"/>
            <a:ext cx="3529718" cy="1603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197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Historical Traffic Trends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197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Pattern analysis for traffic prediction and long-term infrastructure planning.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3970734"/>
            <a:ext cx="3529718" cy="160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0105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Alerts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60105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for anomalies, sensor faults, and critical traffic conditions.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31908" y="5764709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trends enable traffic authorities to understand recurring patterns and make data-driven decisions for better long-term traffic management.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8789BA-F427-B0DB-8863-08C9A224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934" y="6315571"/>
            <a:ext cx="1255704" cy="52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31908" y="3085902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1908" y="3285034"/>
            <a:ext cx="2654333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446" y="3381573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Congestion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8446" y="3575050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Less gridlock and improved intersection throughput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31285" y="3285034"/>
            <a:ext cx="2654432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7823" y="3381573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Fuel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7823" y="3575050"/>
            <a:ext cx="246135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idling and unnecessary waiting lowers consumption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31908" y="3933329"/>
            <a:ext cx="2654333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446" y="4029869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446" y="4223345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Authorities gain live visibility into all traffic conditions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31285" y="3933329"/>
            <a:ext cx="2654432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823" y="4029869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Smarter Signals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7823" y="4223345"/>
            <a:ext cx="2461357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efficient use of traffic signal infrastructure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2327" y="906066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 Domains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7" y="1105198"/>
            <a:ext cx="5353809" cy="535394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12327" y="6509841"/>
            <a:ext cx="5963394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be </a:t>
            </a:r>
            <a:r>
              <a:rPr lang="en-US" sz="7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 and scalable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all deployment environments.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0B29DD-3962-4EA4-5588-329F205D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972" y="6359878"/>
            <a:ext cx="1042302" cy="437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52847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31908" y="1263055"/>
            <a:ext cx="635599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represents a modern, data-driven approach to one of urban infrastructure's most persistent challenges.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4199" y="1927820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IoT-Powered Monitoring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4199" y="2262981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vehicle density monitoring through ultrasonic and camera-based IoT sensors.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199" y="3044428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Signal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4199" y="3379589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analytics drive adaptive signal timing, reducing congestion, delays, and fuel consumption.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4199" y="4161036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Authority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4199" y="4496197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authorities gain efficient, real-time oversight of all road conditions through a unified dashboard.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4199" y="5277644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Sustainable Smart Cities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4199" y="5612805"/>
            <a:ext cx="5873702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solution supports sustainable transportation and smart city development — creating more efficient, responsive, and intelligent urban mobility systems.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770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2</cp:revision>
  <dcterms:created xsi:type="dcterms:W3CDTF">2026-08-20T04:36:10Z</dcterms:created>
  <dcterms:modified xsi:type="dcterms:W3CDTF">2026-10-01T08:34:10Z</dcterms:modified>
</cp:coreProperties>
</file>